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C222C5-9709-4E7B-B290-C4B79C5B4B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4E86CA-CCC4-4D11-A30A-1A1BEBC00A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743539-3AE6-4DD6-9FF5-CDC77E053B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CC98E6-7A41-40CD-933E-7FE811DFBF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A533A7-0594-48A5-9388-0A77BCD4FD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B85396-FF4D-45F3-B783-CF706549C3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8F294F-0FB3-4E8F-86BA-1923BFBB88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64CD81-40F5-47DF-A14B-29474320B6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D91713-EA59-4C29-AF6E-CD300ABD36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E20F73-8435-4CE6-9B99-7A1FE110FD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922B00-6BA8-4469-BD9C-7BC70804AD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498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PYTHON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49880" y="1234440"/>
            <a:ext cx="60346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 &amp;</a:t>
            </a:r>
            <a:br>
              <a:rPr sz="4000"/>
            </a:br>
            <a:r>
              <a:rPr lang="en-US" sz="40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Output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77240" y="2788920"/>
            <a:ext cx="5211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Wie Python Daten bekommt</a:t>
            </a:r>
            <a:br>
              <a:rPr sz="2100"/>
            </a:br>
            <a:r>
              <a:rPr lang="en-US" sz="21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und sie wieder ausgibt.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6720840" y="1325880"/>
            <a:ext cx="4388760" cy="33372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903720" y="1490400"/>
            <a:ext cx="40230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input("Name: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name)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Beispiel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Name: Alex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Hallo Alex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Was ist Input und Output?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822960" y="19659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Input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822960" y="2514600"/>
            <a:ext cx="4480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Das Programm bekommt etwas vom Benutzer.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Beispiel einen Namen oder eine Zahl.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6172200" y="19659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Output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6172200" y="251460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Das Programm zeigt etwas an.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Beispiel das Ergebnis einer Rechnung.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4526280" y="3977640"/>
            <a:ext cx="3931920" cy="594000"/>
          </a:xfrm>
          <a:prstGeom prst="roundRect">
            <a:avLst>
              <a:gd name="adj" fmla="val 8000"/>
            </a:avLst>
          </a:prstGeom>
          <a:solidFill>
            <a:srgbClr val="E8ED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4709160" y="4123800"/>
            <a:ext cx="3291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 → Verarbeitung →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0"/>
          <p:cNvSpPr/>
          <p:nvPr/>
        </p:nvSpPr>
        <p:spPr>
          <a:xfrm>
            <a:off x="914400" y="4892040"/>
            <a:ext cx="10058040" cy="8683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097280" y="505656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input("Wie heißt du?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name)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Mit print() etwas ausgeben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822960" y="1874520"/>
            <a:ext cx="5486040" cy="24228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005840" y="2039040"/>
            <a:ext cx="5120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print("Hello World")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"Alex"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print("Mein Name ist", name)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6629400" y="19202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Was passiert hier?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6629400" y="2560320"/>
            <a:ext cx="41601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Text steht in Anführungszeichen.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Eine Variable steht ohne Anführungszeichen.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Mehrere Werte kann man mit Kommas ausgeben.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841320" y="480060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Ausgabe: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841320" y="523044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Hello World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Mein Name ist Alex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print() ein bisschen genauer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822960" y="1828800"/>
            <a:ext cx="5486040" cy="13716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1005840" y="1993320"/>
            <a:ext cx="51202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print("Ich bin", 21, "Jahre alt")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end="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print("Welt!")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6629400" y="18745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Das Komma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6629400" y="2423160"/>
            <a:ext cx="4251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Bei mehreren Werten setzt print() standardmäßig ein Leerzeichen dazwischen.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6629400" y="3474720"/>
            <a:ext cx="411444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end=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6629400" y="4023360"/>
            <a:ext cx="4251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Normalerweise macht print() danach eine neue Zeile.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Mit end=" " bleibt man in derselben Zeile.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5"/>
          <p:cNvSpPr/>
          <p:nvPr/>
        </p:nvSpPr>
        <p:spPr>
          <a:xfrm>
            <a:off x="841680" y="4800600"/>
            <a:ext cx="539460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Ausgabe: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6"/>
          <p:cNvSpPr/>
          <p:nvPr/>
        </p:nvSpPr>
        <p:spPr>
          <a:xfrm>
            <a:off x="841680" y="5230800"/>
            <a:ext cx="53946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Ich bin 21 Jahre alt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Hello World</a:t>
            </a:r>
            <a:br>
              <a:rPr sz="1700"/>
            </a:b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Variablen in Text einsetzen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Eine praktische Möglichkeit dafür sind f-Strings.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4"/>
          <p:cNvSpPr/>
          <p:nvPr/>
        </p:nvSpPr>
        <p:spPr>
          <a:xfrm>
            <a:off x="822960" y="1783080"/>
            <a:ext cx="5668920" cy="27889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005840" y="1947600"/>
            <a:ext cx="530316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"John"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age = 30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print(f"Ich heiße {name}.")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print(f"Ich bin {age:.2f} Jahre alt.")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{name} und {age} werden ersetzt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#Ich heiße </a:t>
            </a:r>
            <a:r>
              <a:rPr lang="en-US" sz="1500" b="0" u="none" strike="noStrike">
                <a:solidFill>
                  <a:srgbClr val="262B30"/>
                </a:solidFill>
                <a:effectLst/>
                <a:highlight>
                  <a:srgbClr val="FFFF00"/>
                </a:highlight>
                <a:uFillTx/>
                <a:latin typeface="Cascadia Code"/>
              </a:rPr>
              <a:t>John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#Ich bin </a:t>
            </a:r>
            <a:r>
              <a:rPr lang="en-US" sz="1500" b="0" u="none" strike="noStrike">
                <a:solidFill>
                  <a:srgbClr val="262B30"/>
                </a:solidFill>
                <a:effectLst/>
                <a:highlight>
                  <a:srgbClr val="FFFF00"/>
                </a:highlight>
                <a:uFillTx/>
                <a:latin typeface="Cascadia Code"/>
              </a:rPr>
              <a:t>30.00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 Jahre alt.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914400" y="475524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Die Idee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1143000" y="5257800"/>
            <a:ext cx="4023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Ein f vor dem String bedeutet: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„Setze die Variablen in den geschweiften Klammern ein.“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7086600" y="1600200"/>
            <a:ext cx="3840120" cy="5029200"/>
          </a:xfrm>
          <a:prstGeom prst="roundRect">
            <a:avLst>
              <a:gd name="adj" fmla="val 8000"/>
            </a:avLst>
          </a:prstGeom>
          <a:solidFill>
            <a:srgbClr val="E8ED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7315200" y="1828800"/>
            <a:ext cx="3382920" cy="50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f — fixed-point decimal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e — scientific notation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g — general number 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d — decimal integer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b — binary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o — octal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x — hexadecimal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% — percentage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s — string 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7"/>
          <p:cNvSpPr/>
          <p:nvPr/>
        </p:nvSpPr>
        <p:spPr>
          <a:xfrm>
            <a:off x="658440" y="502920"/>
            <a:ext cx="1078956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Variablen in Text einsetzen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8"/>
          <p:cNvSpPr/>
          <p:nvPr/>
        </p:nvSpPr>
        <p:spPr>
          <a:xfrm>
            <a:off x="658440" y="1353240"/>
            <a:ext cx="10698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Format Arten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731880" y="3886200"/>
            <a:ext cx="4983120" cy="18745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1005840" y="1947600"/>
            <a:ext cx="530316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x = 1234.5678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print(f"{x:.2f}")   # 1234.57  - 2 decimal places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print(f"{x:.0f}")   # 1235     - no decimal places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print(f"{x:.2e}")   # 1.23e+03 - scientific notation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print(f"{x:.2g}")   # 1.2e+03  - significant digits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10881360" y="6419160"/>
            <a:ext cx="548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"/>
          <p:cNvSpPr/>
          <p:nvPr/>
        </p:nvSpPr>
        <p:spPr>
          <a:xfrm>
            <a:off x="731880" y="1763640"/>
            <a:ext cx="4983120" cy="18745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1006200" y="1947600"/>
            <a:ext cx="530316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x = 1234.5678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print(f"{x:.2f}")   # 1234.57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- 2 decimal places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print(f"{x:.0f}")   # 1235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no decimal places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print(f"{x:.2e}")   # 1.23e+03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scientific notation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print(f"{x:.2g}")   # 1.2e+03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significant digits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914400" y="4024440"/>
            <a:ext cx="530316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 = 42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print(f"{n:05d}")   # 00042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pad with zeros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print(f"{n:&gt;5d}")   #       42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right-align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print(f"{n:&lt;5d}")   # 42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left-align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print(f"{n:^5d}")   #   42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center-align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3"/>
          <p:cNvSpPr/>
          <p:nvPr/>
        </p:nvSpPr>
        <p:spPr>
          <a:xfrm>
            <a:off x="6172200" y="1763640"/>
            <a:ext cx="5257800" cy="280836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6309720" y="1947600"/>
            <a:ext cx="5303160" cy="26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number = 1234567.89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rate = 0.856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 = 255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print(f"{number:,.2f}")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1,234,567.89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print(f"{rate:.1%}")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85.6%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print(f"{number:+.2f}")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+1234567.89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print(f"{n:b}")     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11111111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binary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print(f"{n:x}")     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ff  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hexadecimal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print(f"{n:o}")     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377   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- octal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5"/>
          <p:cNvSpPr/>
          <p:nvPr/>
        </p:nvSpPr>
        <p:spPr>
          <a:xfrm>
            <a:off x="6172200" y="475488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6355440" y="4800600"/>
            <a:ext cx="53031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x = 3.14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print(f"{x:10.2f}") 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             3.14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print(f"{x:010.2f}")  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	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0000003.14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Escape-Zeichen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Manchmal möchte man in einem String etwas Besonderes schreiben.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822960" y="1783080"/>
            <a:ext cx="5120280" cy="352008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005840" y="194760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print("Hallo\nWelt")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print("Er sagte: \"Hi\"")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print("C:\\Users\\Alex")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6309360" y="1828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Ein paar wichtige Beispiele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6400800" y="25146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7315200" y="25146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neue Zeile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6400800" y="317304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7315200" y="31730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Anführungszeichen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6400800" y="383148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7315200" y="38314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Backslash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6400800" y="44895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7315200" y="44895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Tabulator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6355080" y="5349240"/>
            <a:ext cx="4480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Der Backslash zeigt Python: Das nächste Zeichen hat hier eine besondere Bedeutung.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658440" y="502920"/>
            <a:ext cx="1078956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Schluss: Program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822960" y="182880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Aufgabe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822960" y="2514600"/>
            <a:ext cx="475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Schreibe ein Budget Tracker.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6"/>
          <p:cNvSpPr/>
          <p:nvPr/>
        </p:nvSpPr>
        <p:spPr>
          <a:xfrm>
            <a:off x="6401160" y="1600200"/>
            <a:ext cx="4114440" cy="22860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6812280" y="182880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Denk daran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6812280" y="2560320"/>
            <a:ext cx="4023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input() → etwas eingeben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 → Wert speichern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print() → etwas ausgeben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f-String → Text + Variable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2026-09-30T16:52:15Z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